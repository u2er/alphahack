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ФармаЛинк Дистрибуция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Оптовый дистрибьютор лекарств и медицинских изделий</a:t>
            </a:r>
          </a:p>
          <a:p>
            <a:pPr>
              <a:defRPr sz="2000"/>
            </a:pPr>
            <a:r>
              <a:t>Москва · 11 лет на рынке · 214 сотрудников · 4 800 SKU</a:t>
            </a:r>
          </a:p>
          <a:p>
            <a:pPr>
              <a:defRPr sz="2000"/>
            </a:pPr>
            <a:r>
              <a:t>Демонстрационный документ: компания, люди и цифры вымышлены, совпадения случайны.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Динамика 2023–2025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463040"/>
            <a:ext cx="804672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Где мы зарабатываем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Аптечные сети — 54% выручки, отсрочка 60–90 дней</a:t>
            </a:r>
          </a:p>
          <a:p>
            <a:pPr>
              <a:defRPr sz="2000"/>
            </a:pPr>
            <a:r>
              <a:t>Независимые аптеки — 21%</a:t>
            </a:r>
          </a:p>
          <a:p>
            <a:pPr>
              <a:defRPr sz="2000"/>
            </a:pPr>
            <a:r>
              <a:t>Госзакупки (больницы) — 19%</a:t>
            </a:r>
          </a:p>
          <a:p>
            <a:pPr>
              <a:defRPr sz="2000"/>
            </a:pPr>
            <a:r>
              <a:t>ЖНВЛП — 46% выручки: цены регулируются государством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Цепочка поставок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38% закупок — импорт из Турции (EUR и TRY), отсрочка 30–60 дней</a:t>
            </a:r>
          </a:p>
          <a:p>
            <a:pPr>
              <a:defRPr sz="2000"/>
            </a:pPr>
            <a:r>
              <a:t>62% — российские фабрики</a:t>
            </a:r>
          </a:p>
          <a:p>
            <a:pPr>
              <a:defRPr sz="2000"/>
            </a:pPr>
            <a:r>
              <a:t>Страховой запас импорта — 4–5 месяцев</a:t>
            </a:r>
          </a:p>
          <a:p>
            <a:pPr>
              <a:defRPr sz="2000"/>
            </a:pPr>
            <a:r>
              <a:t>Холодовая цепь — подрядчик «ЛогистМед»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нас беспокоит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Ключевая ставка: 80% долга под плавающую ставку</a:t>
            </a:r>
          </a:p>
          <a:p>
            <a:pPr>
              <a:defRPr sz="2000"/>
            </a:pPr>
            <a:r>
              <a:t>Курс рубля к евро и лире</a:t>
            </a:r>
          </a:p>
          <a:p>
            <a:pPr>
              <a:defRPr sz="2000"/>
            </a:pPr>
            <a:r>
              <a:t>Платежи в Турцию через банки-корреспонденты</a:t>
            </a:r>
          </a:p>
          <a:p>
            <a:pPr>
              <a:defRPr sz="2000"/>
            </a:pPr>
            <a:r>
              <a:t>Предельные надбавки на ЖНВЛП</a:t>
            </a:r>
          </a:p>
          <a:p>
            <a:pPr>
              <a:defRPr sz="2000"/>
            </a:pPr>
            <a:r>
              <a:t>Маркировка и новые правила обращения лекарств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